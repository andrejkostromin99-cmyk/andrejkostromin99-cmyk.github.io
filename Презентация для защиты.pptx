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F3ECD-51E5-29F2-5A32-745426229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6312C6-FC9F-52AA-27BC-EDBCCE10F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050682-DAF7-08F7-A706-66898C0B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5D081E-98C0-C87E-EA74-5AA47D9A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1F5B2E-491A-93CF-0682-D570479C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41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83CF6-3A77-06ED-9557-A256F644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13216E-3460-E740-4B0B-6342326C4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F1F1FD-DAC7-1E95-5A40-2033C278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EE05B5-86F8-86D4-02FA-7F27A0FE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676E54-007F-79A6-9D5E-97FC3A07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5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CF105-E5CD-7B6F-F645-AD672553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E28B94-419A-A2EA-57B3-9F028D05D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4D50CC-E3E1-B917-E91A-85901995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A4EA4D-0F79-8A08-592F-87308629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965062-8A6A-7CE8-5D5D-041EC2E5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52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6A8F1-AB25-23DE-62E8-F799F190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0A9023-CEA8-FCF0-002A-10D79C73F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99DB9E-7B2B-EABA-1137-39C32777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A7A2F7-E071-23BD-360B-D707CD1A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975179-E533-0D1D-F52B-363D606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43C34A-F71B-4AA4-BC73-F038C5C2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26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AAE48-46AB-1BC8-434C-B02B7CC2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95369F-F7B2-05AC-93A5-75F9EC9C2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84149E-BC47-1340-2EAA-2C3ADDA92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A22CA4-C382-D4FC-CAB5-48471F097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2AFA74-C59C-6229-1713-1C35DCDC6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9D744C-CD3C-D1B8-A695-1703E5AE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FA9ADA-3B9D-7738-517D-FCAC317C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BBF67B-DE35-5C92-A726-02DBEF1C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5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23C7D-5DAC-36D3-6256-455000C6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F17F88-9A2D-D33D-BD91-33B0D58D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4669B2A-3805-0CEB-CE7B-6716D098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173975-C1A7-87E6-4782-352E3FBD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83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C77D6B-FE70-D3FE-3D2B-DAC604E4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9F783B-6D1D-7FB9-F688-77833C52C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28EA01-C21C-A7F7-51E0-402861F0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84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5FA35-0752-A204-7EE3-BD5DA7672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2C7BEB-99DC-D33D-AEC8-E835CA4B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B765B7-8187-3D95-C6CD-DE55F0492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450585-2D2B-3CAD-341D-3212359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E92566-E69B-11CF-5D54-A181C948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4E762B-0BDB-DDF6-31C6-626F0FEA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79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0083F-569B-6478-626B-1BA0F43D3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3D3E77-94FE-7358-128A-0D1D018E9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858E63-AFBA-C160-3D08-BB49030D5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01FD82-0695-433C-053B-ACAE49FF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360F3E-024F-BD11-5FBD-6052B430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6CB19D-5894-DCBA-4D30-419F7292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83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3D1EB-2BFC-74F4-FA67-7444BF51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36A9D4-50C9-7CDD-A6A9-2D09CEE44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6172F9-1BAC-0651-E980-7B47A99C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E380CD-C4F7-11F8-2D33-B1C02022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DD2AB7-3995-E74E-7CA7-085B2723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07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30D94E-8DBC-D0E5-93BB-05F81FD2C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962924-7339-C59F-340E-F6B3F354B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462FC2-C7DB-D7DB-F2EF-2CD375761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4C176-144A-05C7-A354-E822C22A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E18A0A-723A-0A70-3092-BF073F2E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02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10741-52DD-B6FA-E286-947D97E0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33E77B-8412-9F54-DD84-E3A01C02D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8CC54C-F83D-6293-211F-94AE39175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1BCF9-A41F-4CD4-932C-651AD819AB07}" type="datetimeFigureOut">
              <a:rPr lang="ru-RU" smtClean="0"/>
              <a:t>29.06.2026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BB6E59-F973-A783-40A3-90E932C3A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B1E8D5-4336-B3CE-983A-8A6018AF0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D89B9-A73B-4494-80C0-2D68EEE8CF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8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50EE9-AB75-B932-AD45-5EA768921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Безопасное использование мессенджеров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599A5D-1E4E-992E-8F05-1B97143197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3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A658D-D2C6-20EB-CBB6-488F7AE4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A758C-5E82-20A3-347D-837D56C6B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0381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 Повышение уровня цифровой грамотности сотрудников в области безопасного использования мессенджеров.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B4209-3E92-B213-EFFD-70FF4E31B01A}"/>
              </a:ext>
            </a:extLst>
          </p:cNvPr>
          <p:cNvSpPr txBox="1"/>
          <p:nvPr/>
        </p:nvSpPr>
        <p:spPr>
          <a:xfrm>
            <a:off x="5840360" y="1690688"/>
            <a:ext cx="58206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сценарий индивидуальной консультации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консультации для сотрудников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презентацию на 10 слайдов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Записать видео-лекцию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Организовать вебинар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сценарий «Цифровой ликбез»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Опубликовать материалы на сайте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0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Консультация 1">
            <a:extLst>
              <a:ext uri="{FF2B5EF4-FFF2-40B4-BE49-F238E27FC236}">
                <a16:creationId xmlns:a16="http://schemas.microsoft.com/office/drawing/2014/main" id="{EC55CD7D-EF18-07C5-B3AD-E03B41AFE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8" b="387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B441B-4E34-0AB6-0B8D-26A94516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 dirty="0"/>
              <a:t>Проведение консультации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5A3933-D07C-34F5-5594-970FE2C33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218" y="1851396"/>
            <a:ext cx="3822189" cy="3742762"/>
          </a:xfrm>
        </p:spPr>
        <p:txBody>
          <a:bodyPr>
            <a:no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практики была проведена консультация. Продолжительность каждой консультации составляла 15–20 минут.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консультации рассматривались вопросы распознавания фишинговых ссылок, мошеннических сообщений и звонков, а также способы защиты аккаунтов. Особое внимание уделялось настройке двухфакторной аутентификации и правильному использованию рабочих чатов.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5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4383AB-659F-A65C-856A-00ADF4B31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7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7CBD8-2CFE-6EC7-F2CC-963687F4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 b="1" dirty="0"/>
              <a:t>Организация вебинара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0BF08-03ED-F14D-2594-A842DAB52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задания было выполнено организационно-техническое обеспечение вебинара. Для проведения вебинара была выбрана платформа ВКонтакте как наиболее доступная и не требующая дополнительной установки программного обеспечения.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подготовки была создана онлайн-трансляция в группе, проверена работа микрофона, веб-камеры и интернет-соединения. Ссылка для подключения была направлена участникам заранее, что позволило им подготовиться и своевременно присоединиться к вебинару.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технические средства были протестированы и признаны работоспособными.</a:t>
            </a:r>
          </a:p>
          <a:p>
            <a:pPr marL="0" indent="0"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46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216B8-86B2-6849-D584-09A33D95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16" y="277649"/>
            <a:ext cx="9392421" cy="1330841"/>
          </a:xfrm>
        </p:spPr>
        <p:txBody>
          <a:bodyPr>
            <a:normAutofit/>
          </a:bodyPr>
          <a:lstStyle/>
          <a:p>
            <a:r>
              <a:rPr lang="ru-RU" b="1" dirty="0"/>
              <a:t>Презентация для лекции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D3416-F42B-DF7B-993F-0843185EE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9467"/>
            <a:ext cx="5995516" cy="3917773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проведения лекции была разработана презентация, состоящая из десяти слайдов. При её создании учитывалась необходимость простого и наглядного изложения материала для аудитории с разным уровнем цифровой грамотности.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включает обзор популярных мессенджеров, используемых в работе, описание основных угроз, таких как фишинг, мошенничество и утечка данных, а также пять ключевых правил безопасности. Каждое правило проиллюстрировано реальными примерами. Отдельные слайды посвящены пошаговой инструкции по настройке двухфакторной аутентификации в Telegram,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ВКонтакте, а также алгоритму действий в случае взлома аккаунта.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выполнена в едином стиле, содержит минимум текста и максимум визуальной информации, что позволяет слушателям легко воспринимать материал. Она опубликована на сайте и может использоваться как самостоятельное пособие для обучения сотрудников.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B16087-09A3-FE2A-D24C-68BDECDF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479" y="2393224"/>
            <a:ext cx="6273520" cy="272922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3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1BB3D-A4D3-E105-DE02-398C6041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Видеоролик с лекцией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E705A9-E1C2-9BB5-912D-FD369401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0858" cy="4351338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выполнения задания был записан видеоролик с лекцией. Видео позволяет донести материал до широкой аудитории, включая тех участников, которые не имели возможности присутствовать на очных мероприятиях.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записи были освещены основные угрозы при работе с мессенджерами, пять правил безопасности, а также даны практические рекомендации по настройке двухфакторной аутентификации и действиям при взломе аккаунта. Продолжительность видеоролика составляет 3 минуты.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9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AC158-E999-87C4-70D7-F69F00FF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ru-RU" sz="5400" b="1" dirty="0"/>
              <a:t>Вебинар</a:t>
            </a:r>
            <a:endParaRPr lang="ru-RU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33898C-C19A-4466-BC6C-B27717E0E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выполнения задания был проведён групповой вебинар для удалённых участников. Мероприятие проводилось на платформе ВКонтакте в формате онлайн-трансляции, что позволило охватить сотрудников без необходимости их личного присутствия.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вебинара были рассмотрены основные правила использования мессенджеров , включая фишинг, спам и взлома. Участникам рассказали, как распознать и защитить свои аккаунты с помощью сложных паролей и двухфакторной аутентификации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Вебинар 2">
            <a:extLst>
              <a:ext uri="{FF2B5EF4-FFF2-40B4-BE49-F238E27FC236}">
                <a16:creationId xmlns:a16="http://schemas.microsoft.com/office/drawing/2014/main" id="{6ACCB240-8653-6F70-8F5C-D9C3A897E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1960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1D08B-AF28-332E-2E81-84ACBDE6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«Цифровой ликбез»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9E05ED-AA80-B875-AD33-542A7102C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рассчитан на 35–40 минут и включает вступление, пять тематических блоков, посвящённых фишингу, мошенническим звонкам, подозрительным ссылкам, слабым паролям и утечке служебной информации, а также заключительную часть с повторением правил и ответами на вопросы.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сценарий включены интерактивные элементы: вопросы к участникам, разбор реальных примеров мошенничества, практическое задание по созданию сложного пароля и обсуждение правил безопасности. Это позволяет сделать мероприятие живым и эффективным. Сценарий опубликован на сайте и доступен для использования.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8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C24CE-577E-AED0-7F80-F7842973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ru-RU" sz="5400" b="1"/>
              <a:t>Публикация на сайте</a:t>
            </a:r>
            <a:endParaRPr lang="ru-RU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2F509-FB37-6C07-E59F-528877BE7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ru-RU" sz="2200"/>
              <a:t>На сайте представлены сценарий индивидуальной консультации, сценарий просветительского мероприятия «Цифровой ликбез», презентация для проведения лекции, скриншоты с вебинара и видеоролик с лекцией.</a:t>
            </a:r>
          </a:p>
          <a:p>
            <a:r>
              <a:rPr lang="ru-RU" sz="2200"/>
              <a:t>Публикация материалов в открытом доступе позволяет участникам самостоятельно ознакомиться с ними в любое удобное время, использовать их для обучения и повышения уровня цифровой грамотности. Все материалы доступны для просмотра и скачивания.</a:t>
            </a:r>
          </a:p>
          <a:p>
            <a:pPr marL="0" indent="0">
              <a:buNone/>
            </a:pPr>
            <a:endParaRPr lang="ru-RU" sz="22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C33C19-8A16-6A56-F16A-FE356BFC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94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468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587</Words>
  <Application>Microsoft Office PowerPoint</Application>
  <PresentationFormat>Широкоэкранный</PresentationFormat>
  <Paragraphs>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Тема Office</vt:lpstr>
      <vt:lpstr>Безопасное использование мессенджеров</vt:lpstr>
      <vt:lpstr>Цель и задачи</vt:lpstr>
      <vt:lpstr>Проведение консультации</vt:lpstr>
      <vt:lpstr>Организация вебинара</vt:lpstr>
      <vt:lpstr>Презентация для лекции</vt:lpstr>
      <vt:lpstr>Видеоролик с лекцией</vt:lpstr>
      <vt:lpstr>Вебинар</vt:lpstr>
      <vt:lpstr>Сценарий «Цифровой ликбез»</vt:lpstr>
      <vt:lpstr>Публикация на сайте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Волков</dc:creator>
  <cp:lastModifiedBy>andrejkostromin99@gmail.com</cp:lastModifiedBy>
  <cp:revision>2</cp:revision>
  <dcterms:created xsi:type="dcterms:W3CDTF">2026-06-28T13:50:12Z</dcterms:created>
  <dcterms:modified xsi:type="dcterms:W3CDTF">2026-06-28T21:40:47Z</dcterms:modified>
</cp:coreProperties>
</file>